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1F31"/>
    <a:srgbClr val="3E0547"/>
    <a:srgbClr val="F6F616"/>
    <a:srgbClr val="261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>
        <p:scale>
          <a:sx n="110" d="100"/>
          <a:sy n="110" d="100"/>
        </p:scale>
        <p:origin x="264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323DB-12A6-BC79-B88A-F9F2597CE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09E89-693F-6AF5-11ED-6F0EF36EC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D4BCE-9DE7-AEC1-40CB-C377DDC3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A1789-2301-4915-ACA0-6C50BD048BD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077BD-C8DA-5075-4808-F658ABFF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EA4C9-6AF8-52F9-58E8-27CAADA0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215CB-BCDA-4E2F-BA90-DB24B320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8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18F4-42AA-C6F1-44AC-AA8035FE2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8AA53-272F-6282-8124-9D79DC946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3B726-CA5E-D63B-0947-38944B98E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A1789-2301-4915-ACA0-6C50BD048BD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36907-7F8D-1F6D-3F3E-E15C1536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5EFFA-53BB-3E80-998E-454A4A0B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215CB-BCDA-4E2F-BA90-DB24B320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66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E9E5B-31F9-58C4-54E7-C36CF3963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1B6E9-D70E-D609-C033-E479937F9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C39F7-F513-3CB6-011B-955DEAA34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A1789-2301-4915-ACA0-6C50BD048BD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1D0DD-D65E-267A-0607-C0AC1E2C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91FF2-7CEF-360A-CB7A-9DE7AA2B2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215CB-BCDA-4E2F-BA90-DB24B320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5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CA53D-60BD-1E49-E2F4-B3C79C074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4682-B3B5-1D48-FF8B-0DBFA952A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8ED96-043C-0BC1-3589-FE71D6BC0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F86EB-A0DD-9562-795F-4E90E33B7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A1789-2301-4915-ACA0-6C50BD048BD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71186-9DC8-7536-2CF4-F2A320A8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A3DA3-1F2E-92D8-197A-922B7F15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215CB-BCDA-4E2F-BA90-DB24B320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13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CB5B-5923-6EF2-4DE9-63BB4776C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2FE18-A1DE-9B81-147F-CE118E0DB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E9D55-150F-6707-7218-54183F6DA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45509-29B1-FA41-F40A-1F069A7D40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A2A4EF-7549-8CA4-89F9-3A0B873ED4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0EAC05-7D1C-C9DE-1108-F0174D237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A1789-2301-4915-ACA0-6C50BD048BD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848912-5285-6E74-24B7-2D8AD87B0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606763-D556-539A-74E8-01737233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215CB-BCDA-4E2F-BA90-DB24B320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8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6B841-6373-84BD-BE3E-85CD8D79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1E9DF-6E72-B091-966C-9DF9CC4F7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A1789-2301-4915-ACA0-6C50BD048BD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62FF2-C779-70BF-A2D5-52E337B5C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952FF-285F-7005-3173-F37E8C6B8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215CB-BCDA-4E2F-BA90-DB24B320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71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56691F-34E1-BD40-079E-CB19F58D3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A1789-2301-4915-ACA0-6C50BD048BD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B9E289-EA5D-BE59-30A9-6A9EBEDB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175C1-3DCA-EDF3-F0C7-A93A9807E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215CB-BCDA-4E2F-BA90-DB24B320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09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4483-66FB-63F0-A160-5475E914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EA575-945C-DE37-ED8F-9BA9F8BCE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31AF1-8EA2-6235-126C-BFC64FAF4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F11D6-2B51-E2AF-8FD4-2F62450D0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A1789-2301-4915-ACA0-6C50BD048BD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A40F7-83F7-5B4F-F71B-36E1CA5BE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35E7C-4303-A831-E7E3-2118F202E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215CB-BCDA-4E2F-BA90-DB24B320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9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7766D-97AA-C464-2F00-7D2EE911F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CD5F7-9489-C87F-612B-05194DCA49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81830-B220-2457-4BD2-7D23D5128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7F6BA-6B91-A174-6CCE-A3BEFF932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A1789-2301-4915-ACA0-6C50BD048BD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07D83-41C1-8361-9C92-C4B47ADA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988A6-CED5-5E5B-969F-2D99B9605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215CB-BCDA-4E2F-BA90-DB24B320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34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C047A-98AE-71E0-F4DF-1EB70947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5065DB-A797-C63B-0686-9B1706F3E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CCA93-65E0-1DFB-0BB7-B0C87AA2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A1789-2301-4915-ACA0-6C50BD048BD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B897D-C6CC-15DA-1189-7A03FC79B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01717-D709-0667-0363-0C263069F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215CB-BCDA-4E2F-BA90-DB24B320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38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D72D5F-54D8-EDD9-A8C7-BE18007494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1E89B-9AD3-0677-1040-0382D2FD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B8D5A-FA48-95B7-B677-C178BA66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A1789-2301-4915-ACA0-6C50BD048BD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85B63-5352-D649-7566-4DBF94AEB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C3FFD-CD13-5C33-1A5B-2CEBBC23D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215CB-BCDA-4E2F-BA90-DB24B320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76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6582-FAB0-DB30-BA6B-6C5688F2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9E3B2-416A-3AAF-4631-3ED151BCF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FAEB5-F22C-B20B-753B-AD1950F7F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A1789-2301-4915-ACA0-6C50BD048BD0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B5742-3B3E-5137-8DDD-0D53257A5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242F7-C36F-E0FE-40F8-9ECC43762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215CB-BCDA-4E2F-BA90-DB24B320B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9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microsoft.com/office/2007/relationships/hdphoto" Target="../media/hdphoto3.wdp"/><Relationship Id="rId12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3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B8BCF-7267-6DF0-51FF-BD670C335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029775-8EBF-C01C-AFF3-FB03E2F4A4D2}"/>
              </a:ext>
            </a:extLst>
          </p:cNvPr>
          <p:cNvSpPr/>
          <p:nvPr/>
        </p:nvSpPr>
        <p:spPr>
          <a:xfrm>
            <a:off x="0" y="0"/>
            <a:ext cx="10401300" cy="6858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5CBAA42-D069-FC16-F515-2563F2966D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63" t="14408" r="9161" b="44977"/>
          <a:stretch>
            <a:fillRect/>
          </a:stretch>
        </p:blipFill>
        <p:spPr>
          <a:xfrm>
            <a:off x="2022231" y="193433"/>
            <a:ext cx="3640015" cy="989252"/>
          </a:xfrm>
          <a:custGeom>
            <a:avLst/>
            <a:gdLst>
              <a:gd name="connsiteX0" fmla="*/ 606681 w 3640015"/>
              <a:gd name="connsiteY0" fmla="*/ 0 h 989252"/>
              <a:gd name="connsiteX1" fmla="*/ 3033334 w 3640015"/>
              <a:gd name="connsiteY1" fmla="*/ 0 h 989252"/>
              <a:gd name="connsiteX2" fmla="*/ 3640015 w 3640015"/>
              <a:gd name="connsiteY2" fmla="*/ 498856 h 989252"/>
              <a:gd name="connsiteX3" fmla="*/ 3640015 w 3640015"/>
              <a:gd name="connsiteY3" fmla="*/ 989252 h 989252"/>
              <a:gd name="connsiteX4" fmla="*/ 0 w 3640015"/>
              <a:gd name="connsiteY4" fmla="*/ 989252 h 989252"/>
              <a:gd name="connsiteX5" fmla="*/ 0 w 3640015"/>
              <a:gd name="connsiteY5" fmla="*/ 498856 h 989252"/>
              <a:gd name="connsiteX6" fmla="*/ 606681 w 3640015"/>
              <a:gd name="connsiteY6" fmla="*/ 0 h 989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0015" h="989252">
                <a:moveTo>
                  <a:pt x="606681" y="0"/>
                </a:moveTo>
                <a:lnTo>
                  <a:pt x="3033334" y="0"/>
                </a:lnTo>
                <a:cubicBezTo>
                  <a:pt x="3368395" y="0"/>
                  <a:pt x="3640015" y="223345"/>
                  <a:pt x="3640015" y="498856"/>
                </a:cubicBezTo>
                <a:lnTo>
                  <a:pt x="3640015" y="989252"/>
                </a:lnTo>
                <a:lnTo>
                  <a:pt x="0" y="989252"/>
                </a:lnTo>
                <a:lnTo>
                  <a:pt x="0" y="498856"/>
                </a:lnTo>
                <a:cubicBezTo>
                  <a:pt x="0" y="223345"/>
                  <a:pt x="271620" y="0"/>
                  <a:pt x="606681" y="0"/>
                </a:cubicBezTo>
                <a:close/>
              </a:path>
            </a:pathLst>
          </a:cu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31B41E-756D-0885-DF8D-CF53CF23ADF0}"/>
              </a:ext>
            </a:extLst>
          </p:cNvPr>
          <p:cNvSpPr/>
          <p:nvPr/>
        </p:nvSpPr>
        <p:spPr>
          <a:xfrm>
            <a:off x="2022231" y="4138863"/>
            <a:ext cx="3640015" cy="2525703"/>
          </a:xfrm>
          <a:custGeom>
            <a:avLst/>
            <a:gdLst>
              <a:gd name="connsiteX0" fmla="*/ 0 w 3640015"/>
              <a:gd name="connsiteY0" fmla="*/ 0 h 2642702"/>
              <a:gd name="connsiteX1" fmla="*/ 371715 w 3640015"/>
              <a:gd name="connsiteY1" fmla="*/ 371715 h 2642702"/>
              <a:gd name="connsiteX2" fmla="*/ 3268300 w 3640015"/>
              <a:gd name="connsiteY2" fmla="*/ 371715 h 2642702"/>
              <a:gd name="connsiteX3" fmla="*/ 3640015 w 3640015"/>
              <a:gd name="connsiteY3" fmla="*/ 0 h 2642702"/>
              <a:gd name="connsiteX4" fmla="*/ 3640015 w 3640015"/>
              <a:gd name="connsiteY4" fmla="*/ 2103430 h 2642702"/>
              <a:gd name="connsiteX5" fmla="*/ 3100743 w 3640015"/>
              <a:gd name="connsiteY5" fmla="*/ 2642702 h 2642702"/>
              <a:gd name="connsiteX6" fmla="*/ 539272 w 3640015"/>
              <a:gd name="connsiteY6" fmla="*/ 2642702 h 2642702"/>
              <a:gd name="connsiteX7" fmla="*/ 0 w 3640015"/>
              <a:gd name="connsiteY7" fmla="*/ 2103430 h 264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0015" h="2642702">
                <a:moveTo>
                  <a:pt x="0" y="0"/>
                </a:moveTo>
                <a:cubicBezTo>
                  <a:pt x="0" y="205293"/>
                  <a:pt x="166422" y="371715"/>
                  <a:pt x="371715" y="371715"/>
                </a:cubicBezTo>
                <a:lnTo>
                  <a:pt x="3268300" y="371715"/>
                </a:lnTo>
                <a:cubicBezTo>
                  <a:pt x="3473593" y="371715"/>
                  <a:pt x="3640015" y="205293"/>
                  <a:pt x="3640015" y="0"/>
                </a:cubicBezTo>
                <a:lnTo>
                  <a:pt x="3640015" y="2103430"/>
                </a:lnTo>
                <a:cubicBezTo>
                  <a:pt x="3640015" y="2401262"/>
                  <a:pt x="3398575" y="2642702"/>
                  <a:pt x="3100743" y="2642702"/>
                </a:cubicBezTo>
                <a:lnTo>
                  <a:pt x="539272" y="2642702"/>
                </a:lnTo>
                <a:cubicBezTo>
                  <a:pt x="241440" y="2642702"/>
                  <a:pt x="0" y="2401262"/>
                  <a:pt x="0" y="2103430"/>
                </a:cubicBezTo>
                <a:close/>
              </a:path>
            </a:pathLst>
          </a:custGeom>
          <a:solidFill>
            <a:srgbClr val="311F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4741C0-9A68-CBB0-DA88-C68DFAFD0F10}"/>
              </a:ext>
            </a:extLst>
          </p:cNvPr>
          <p:cNvSpPr/>
          <p:nvPr/>
        </p:nvSpPr>
        <p:spPr>
          <a:xfrm>
            <a:off x="2022231" y="193432"/>
            <a:ext cx="3640015" cy="6471138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5616E06-82D1-7A13-4301-F45109036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945" b="92857" l="5411" r="89980">
                        <a14:foregroundMark x1="11022" y1="14286" x2="35872" y2="8974"/>
                        <a14:foregroundMark x1="35872" y1="8974" x2="43487" y2="9341"/>
                        <a14:foregroundMark x1="5611" y1="20330" x2="7415" y2="29853"/>
                        <a14:foregroundMark x1="8016" y1="11355" x2="6212" y2="41758"/>
                        <a14:foregroundMark x1="6212" y1="41758" x2="7615" y2="54029"/>
                        <a14:foregroundMark x1="15030" y1="85897" x2="39078" y2="93223"/>
                        <a14:foregroundMark x1="39078" y1="93223" x2="69739" y2="90476"/>
                        <a14:foregroundMark x1="86373" y1="62088" x2="90180" y2="14652"/>
                        <a14:foregroundMark x1="90180" y1="14652" x2="74549" y2="8425"/>
                        <a14:foregroundMark x1="74549" y1="8425" x2="29860" y2="9341"/>
                        <a14:foregroundMark x1="31463" y1="6777" x2="40221" y2="5068"/>
                        <a14:foregroundMark x1="63189" y1="5054" x2="71343" y2="8425"/>
                        <a14:foregroundMark x1="55311" y1="5311" x2="63126" y2="5678"/>
                        <a14:backgroundMark x1="43287" y1="1648" x2="48497" y2="2930"/>
                        <a14:backgroundMark x1="41283" y1="4396" x2="50501" y2="3663"/>
                        <a14:backgroundMark x1="49699" y1="3114" x2="56793" y2="3252"/>
                        <a14:backgroundMark x1="40681" y1="4579" x2="39880" y2="45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3000430" y="3939924"/>
            <a:ext cx="1794496" cy="3175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8B58EC-A03B-B709-F3E3-E62CE2E889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140" b="95349" l="1905" r="94286">
                        <a14:foregroundMark x1="6349" y1="61628" x2="8889" y2="23837"/>
                        <a14:foregroundMark x1="4127" y1="45930" x2="6984" y2="20930"/>
                        <a14:foregroundMark x1="18095" y1="9302" x2="20635" y2="8140"/>
                        <a14:foregroundMark x1="89841" y1="45930" x2="90476" y2="77907"/>
                        <a14:foregroundMark x1="90476" y1="77907" x2="85079" y2="84884"/>
                        <a14:foregroundMark x1="75238" y1="95930" x2="75238" y2="95930"/>
                        <a14:foregroundMark x1="93968" y1="73837" x2="94603" y2="46512"/>
                        <a14:foregroundMark x1="1905" y1="39535" x2="2540" y2="308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47303" y="3972819"/>
            <a:ext cx="3286125" cy="1362163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32889C-5004-C7A6-6C60-32AC2DAF1941}"/>
              </a:ext>
            </a:extLst>
          </p:cNvPr>
          <p:cNvCxnSpPr/>
          <p:nvPr/>
        </p:nvCxnSpPr>
        <p:spPr>
          <a:xfrm>
            <a:off x="2022231" y="1183576"/>
            <a:ext cx="364001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6036BB1C-3B38-C366-48EA-952C817E9DF7}"/>
              </a:ext>
            </a:extLst>
          </p:cNvPr>
          <p:cNvSpPr/>
          <p:nvPr/>
        </p:nvSpPr>
        <p:spPr>
          <a:xfrm>
            <a:off x="3264639" y="433326"/>
            <a:ext cx="1160390" cy="1160390"/>
          </a:xfrm>
          <a:prstGeom prst="ellipse">
            <a:avLst/>
          </a:prstGeom>
          <a:solidFill>
            <a:srgbClr val="311F3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F0CA2C2-3A49-B208-619F-B8F934A2110C}"/>
              </a:ext>
            </a:extLst>
          </p:cNvPr>
          <p:cNvSpPr/>
          <p:nvPr/>
        </p:nvSpPr>
        <p:spPr>
          <a:xfrm>
            <a:off x="3319017" y="1182685"/>
            <a:ext cx="1046440" cy="385058"/>
          </a:xfrm>
          <a:custGeom>
            <a:avLst/>
            <a:gdLst>
              <a:gd name="connsiteX0" fmla="*/ 0 w 1046440"/>
              <a:gd name="connsiteY0" fmla="*/ 0 h 385058"/>
              <a:gd name="connsiteX1" fmla="*/ 1046440 w 1046440"/>
              <a:gd name="connsiteY1" fmla="*/ 0 h 385058"/>
              <a:gd name="connsiteX2" fmla="*/ 1031493 w 1046440"/>
              <a:gd name="connsiteY2" fmla="*/ 48152 h 385058"/>
              <a:gd name="connsiteX3" fmla="*/ 523220 w 1046440"/>
              <a:gd name="connsiteY3" fmla="*/ 385058 h 385058"/>
              <a:gd name="connsiteX4" fmla="*/ 14947 w 1046440"/>
              <a:gd name="connsiteY4" fmla="*/ 48152 h 385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6440" h="385058">
                <a:moveTo>
                  <a:pt x="0" y="0"/>
                </a:moveTo>
                <a:lnTo>
                  <a:pt x="1046440" y="0"/>
                </a:lnTo>
                <a:lnTo>
                  <a:pt x="1031493" y="48152"/>
                </a:lnTo>
                <a:cubicBezTo>
                  <a:pt x="947752" y="246137"/>
                  <a:pt x="751709" y="385058"/>
                  <a:pt x="523220" y="385058"/>
                </a:cubicBezTo>
                <a:cubicBezTo>
                  <a:pt x="294731" y="385058"/>
                  <a:pt x="98688" y="246137"/>
                  <a:pt x="14947" y="48152"/>
                </a:cubicBezTo>
                <a:close/>
              </a:path>
            </a:pathLst>
          </a:custGeom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96EF28B-56F9-D909-262F-70963D154D9F}"/>
              </a:ext>
            </a:extLst>
          </p:cNvPr>
          <p:cNvSpPr/>
          <p:nvPr/>
        </p:nvSpPr>
        <p:spPr>
          <a:xfrm>
            <a:off x="3325050" y="506794"/>
            <a:ext cx="1039711" cy="1039711"/>
          </a:xfrm>
          <a:prstGeom prst="ellipse">
            <a:avLst/>
          </a:prstGeom>
          <a:solidFill>
            <a:srgbClr val="311F3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093FC4-EE7B-3D30-EBCB-B111D6ABE6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478" b="97015" l="3150" r="96063">
                        <a14:foregroundMark x1="7551" y1="60978" x2="7874" y2="52239"/>
                        <a14:foregroundMark x1="7456" y1="63551" x2="7501" y2="62322"/>
                        <a14:foregroundMark x1="7087" y1="73507" x2="7348" y2="66459"/>
                        <a14:foregroundMark x1="6754" y1="65426" x2="4724" y2="57090"/>
                        <a14:foregroundMark x1="7087" y1="66791" x2="7029" y2="66552"/>
                        <a14:foregroundMark x1="6358" y1="57425" x2="6693" y2="55597"/>
                        <a14:foregroundMark x1="3543" y1="72761" x2="6180" y2="58390"/>
                        <a14:foregroundMark x1="22441" y1="89925" x2="51575" y2="89552"/>
                        <a14:foregroundMark x1="25197" y1="91045" x2="51575" y2="91045"/>
                        <a14:foregroundMark x1="36220" y1="97388" x2="44488" y2="96269"/>
                        <a14:foregroundMark x1="91339" y1="37313" x2="92913" y2="26493"/>
                        <a14:foregroundMark x1="69291" y1="7836" x2="77559" y2="4478"/>
                        <a14:foregroundMark x1="94882" y1="32463" x2="96063" y2="24254"/>
                        <a14:backgroundMark x1="10236" y1="63433" x2="10236" y2="61940"/>
                        <a14:backgroundMark x1="11024" y1="63433" x2="10236" y2="60448"/>
                        <a14:backgroundMark x1="26378" y1="61940" x2="27165" y2="60075"/>
                        <a14:backgroundMark x1="72441" y1="22388" x2="72441" y2="22388"/>
                        <a14:backgroundMark x1="88189" y1="17910" x2="87402" y2="17537"/>
                        <a14:backgroundMark x1="7874" y1="63433" x2="7874" y2="61940"/>
                        <a14:backgroundMark x1="8268" y1="63806" x2="8661" y2="60075"/>
                        <a14:backgroundMark x1="7874" y1="64179" x2="8661" y2="60075"/>
                        <a14:backgroundMark x1="7480" y1="64552" x2="8268" y2="600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2258" y="577781"/>
            <a:ext cx="779957" cy="8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8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466A5-B671-E0BF-9232-581D6547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684D04-2410-36AF-36F9-B59AC7D8038D}"/>
              </a:ext>
            </a:extLst>
          </p:cNvPr>
          <p:cNvSpPr/>
          <p:nvPr/>
        </p:nvSpPr>
        <p:spPr>
          <a:xfrm>
            <a:off x="0" y="0"/>
            <a:ext cx="10401300" cy="6858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0477737-677D-734A-AFFF-DA102D9FFE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00" r="2910"/>
          <a:stretch>
            <a:fillRect/>
          </a:stretch>
        </p:blipFill>
        <p:spPr>
          <a:xfrm>
            <a:off x="2038153" y="709300"/>
            <a:ext cx="3624093" cy="386547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B50266D-1E43-7125-320F-0D3672996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63" t="14408" r="9161" b="44977"/>
          <a:stretch>
            <a:fillRect/>
          </a:stretch>
        </p:blipFill>
        <p:spPr>
          <a:xfrm>
            <a:off x="2022231" y="193433"/>
            <a:ext cx="3640015" cy="989252"/>
          </a:xfrm>
          <a:custGeom>
            <a:avLst/>
            <a:gdLst>
              <a:gd name="connsiteX0" fmla="*/ 606681 w 3640015"/>
              <a:gd name="connsiteY0" fmla="*/ 0 h 989252"/>
              <a:gd name="connsiteX1" fmla="*/ 3033334 w 3640015"/>
              <a:gd name="connsiteY1" fmla="*/ 0 h 989252"/>
              <a:gd name="connsiteX2" fmla="*/ 3640015 w 3640015"/>
              <a:gd name="connsiteY2" fmla="*/ 498856 h 989252"/>
              <a:gd name="connsiteX3" fmla="*/ 3640015 w 3640015"/>
              <a:gd name="connsiteY3" fmla="*/ 989252 h 989252"/>
              <a:gd name="connsiteX4" fmla="*/ 0 w 3640015"/>
              <a:gd name="connsiteY4" fmla="*/ 989252 h 989252"/>
              <a:gd name="connsiteX5" fmla="*/ 0 w 3640015"/>
              <a:gd name="connsiteY5" fmla="*/ 498856 h 989252"/>
              <a:gd name="connsiteX6" fmla="*/ 606681 w 3640015"/>
              <a:gd name="connsiteY6" fmla="*/ 0 h 989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0015" h="989252">
                <a:moveTo>
                  <a:pt x="606681" y="0"/>
                </a:moveTo>
                <a:lnTo>
                  <a:pt x="3033334" y="0"/>
                </a:lnTo>
                <a:cubicBezTo>
                  <a:pt x="3368395" y="0"/>
                  <a:pt x="3640015" y="223345"/>
                  <a:pt x="3640015" y="498856"/>
                </a:cubicBezTo>
                <a:lnTo>
                  <a:pt x="3640015" y="989252"/>
                </a:lnTo>
                <a:lnTo>
                  <a:pt x="0" y="989252"/>
                </a:lnTo>
                <a:lnTo>
                  <a:pt x="0" y="498856"/>
                </a:lnTo>
                <a:cubicBezTo>
                  <a:pt x="0" y="223345"/>
                  <a:pt x="271620" y="0"/>
                  <a:pt x="606681" y="0"/>
                </a:cubicBezTo>
                <a:close/>
              </a:path>
            </a:pathLst>
          </a:cu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8212CB-5CBE-535A-C20E-3D3CC3680F45}"/>
              </a:ext>
            </a:extLst>
          </p:cNvPr>
          <p:cNvSpPr/>
          <p:nvPr/>
        </p:nvSpPr>
        <p:spPr>
          <a:xfrm>
            <a:off x="2022231" y="4138863"/>
            <a:ext cx="3640015" cy="2525703"/>
          </a:xfrm>
          <a:custGeom>
            <a:avLst/>
            <a:gdLst>
              <a:gd name="connsiteX0" fmla="*/ 0 w 3640015"/>
              <a:gd name="connsiteY0" fmla="*/ 0 h 2642702"/>
              <a:gd name="connsiteX1" fmla="*/ 371715 w 3640015"/>
              <a:gd name="connsiteY1" fmla="*/ 371715 h 2642702"/>
              <a:gd name="connsiteX2" fmla="*/ 3268300 w 3640015"/>
              <a:gd name="connsiteY2" fmla="*/ 371715 h 2642702"/>
              <a:gd name="connsiteX3" fmla="*/ 3640015 w 3640015"/>
              <a:gd name="connsiteY3" fmla="*/ 0 h 2642702"/>
              <a:gd name="connsiteX4" fmla="*/ 3640015 w 3640015"/>
              <a:gd name="connsiteY4" fmla="*/ 2103430 h 2642702"/>
              <a:gd name="connsiteX5" fmla="*/ 3100743 w 3640015"/>
              <a:gd name="connsiteY5" fmla="*/ 2642702 h 2642702"/>
              <a:gd name="connsiteX6" fmla="*/ 539272 w 3640015"/>
              <a:gd name="connsiteY6" fmla="*/ 2642702 h 2642702"/>
              <a:gd name="connsiteX7" fmla="*/ 0 w 3640015"/>
              <a:gd name="connsiteY7" fmla="*/ 2103430 h 264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0015" h="2642702">
                <a:moveTo>
                  <a:pt x="0" y="0"/>
                </a:moveTo>
                <a:cubicBezTo>
                  <a:pt x="0" y="205293"/>
                  <a:pt x="166422" y="371715"/>
                  <a:pt x="371715" y="371715"/>
                </a:cubicBezTo>
                <a:lnTo>
                  <a:pt x="3268300" y="371715"/>
                </a:lnTo>
                <a:cubicBezTo>
                  <a:pt x="3473593" y="371715"/>
                  <a:pt x="3640015" y="205293"/>
                  <a:pt x="3640015" y="0"/>
                </a:cubicBezTo>
                <a:lnTo>
                  <a:pt x="3640015" y="2103430"/>
                </a:lnTo>
                <a:cubicBezTo>
                  <a:pt x="3640015" y="2401262"/>
                  <a:pt x="3398575" y="2642702"/>
                  <a:pt x="3100743" y="2642702"/>
                </a:cubicBezTo>
                <a:lnTo>
                  <a:pt x="539272" y="2642702"/>
                </a:lnTo>
                <a:cubicBezTo>
                  <a:pt x="241440" y="2642702"/>
                  <a:pt x="0" y="2401262"/>
                  <a:pt x="0" y="2103430"/>
                </a:cubicBezTo>
                <a:close/>
              </a:path>
            </a:pathLst>
          </a:custGeom>
          <a:solidFill>
            <a:srgbClr val="311F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DDCF90-745B-D98A-BB40-FA33C79C7B4A}"/>
              </a:ext>
            </a:extLst>
          </p:cNvPr>
          <p:cNvSpPr/>
          <p:nvPr/>
        </p:nvSpPr>
        <p:spPr>
          <a:xfrm>
            <a:off x="2022231" y="193432"/>
            <a:ext cx="3640015" cy="6471138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B3B7A9C-4C2A-11DC-C2B5-0B9B952296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945" b="92857" l="5411" r="89980">
                        <a14:foregroundMark x1="11022" y1="14286" x2="35872" y2="8974"/>
                        <a14:foregroundMark x1="35872" y1="8974" x2="43487" y2="9341"/>
                        <a14:foregroundMark x1="5611" y1="20330" x2="7415" y2="29853"/>
                        <a14:foregroundMark x1="8016" y1="11355" x2="6212" y2="41758"/>
                        <a14:foregroundMark x1="6212" y1="41758" x2="7615" y2="54029"/>
                        <a14:foregroundMark x1="15030" y1="85897" x2="39078" y2="93223"/>
                        <a14:foregroundMark x1="39078" y1="93223" x2="69739" y2="90476"/>
                        <a14:foregroundMark x1="86373" y1="62088" x2="90180" y2="14652"/>
                        <a14:foregroundMark x1="90180" y1="14652" x2="74549" y2="8425"/>
                        <a14:foregroundMark x1="74549" y1="8425" x2="29860" y2="9341"/>
                        <a14:foregroundMark x1="31463" y1="6777" x2="40221" y2="5068"/>
                        <a14:foregroundMark x1="63189" y1="5054" x2="71343" y2="8425"/>
                        <a14:foregroundMark x1="55311" y1="5311" x2="63126" y2="5678"/>
                        <a14:backgroundMark x1="43287" y1="1648" x2="48497" y2="2930"/>
                        <a14:backgroundMark x1="41283" y1="4396" x2="50501" y2="3663"/>
                        <a14:backgroundMark x1="49699" y1="3114" x2="56793" y2="3252"/>
                        <a14:backgroundMark x1="40681" y1="4579" x2="39880" y2="45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3000430" y="3939924"/>
            <a:ext cx="1794496" cy="3175243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87CC274-9F4D-230E-423E-EA943F0BE573}"/>
              </a:ext>
            </a:extLst>
          </p:cNvPr>
          <p:cNvCxnSpPr/>
          <p:nvPr/>
        </p:nvCxnSpPr>
        <p:spPr>
          <a:xfrm>
            <a:off x="2022231" y="1183576"/>
            <a:ext cx="364001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8DFFC1A-D1F4-686C-F6C9-8612BA10C77F}"/>
              </a:ext>
            </a:extLst>
          </p:cNvPr>
          <p:cNvSpPr/>
          <p:nvPr/>
        </p:nvSpPr>
        <p:spPr>
          <a:xfrm>
            <a:off x="3264639" y="433326"/>
            <a:ext cx="1160390" cy="1160390"/>
          </a:xfrm>
          <a:prstGeom prst="ellipse">
            <a:avLst/>
          </a:prstGeom>
          <a:solidFill>
            <a:srgbClr val="311F3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A90CBFA-7612-F6B9-ED0B-18DEB5B56AD1}"/>
              </a:ext>
            </a:extLst>
          </p:cNvPr>
          <p:cNvSpPr/>
          <p:nvPr/>
        </p:nvSpPr>
        <p:spPr>
          <a:xfrm>
            <a:off x="3319017" y="1182685"/>
            <a:ext cx="1046440" cy="385058"/>
          </a:xfrm>
          <a:custGeom>
            <a:avLst/>
            <a:gdLst>
              <a:gd name="connsiteX0" fmla="*/ 0 w 1046440"/>
              <a:gd name="connsiteY0" fmla="*/ 0 h 385058"/>
              <a:gd name="connsiteX1" fmla="*/ 1046440 w 1046440"/>
              <a:gd name="connsiteY1" fmla="*/ 0 h 385058"/>
              <a:gd name="connsiteX2" fmla="*/ 1031493 w 1046440"/>
              <a:gd name="connsiteY2" fmla="*/ 48152 h 385058"/>
              <a:gd name="connsiteX3" fmla="*/ 523220 w 1046440"/>
              <a:gd name="connsiteY3" fmla="*/ 385058 h 385058"/>
              <a:gd name="connsiteX4" fmla="*/ 14947 w 1046440"/>
              <a:gd name="connsiteY4" fmla="*/ 48152 h 385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6440" h="385058">
                <a:moveTo>
                  <a:pt x="0" y="0"/>
                </a:moveTo>
                <a:lnTo>
                  <a:pt x="1046440" y="0"/>
                </a:lnTo>
                <a:lnTo>
                  <a:pt x="1031493" y="48152"/>
                </a:lnTo>
                <a:cubicBezTo>
                  <a:pt x="947752" y="246137"/>
                  <a:pt x="751709" y="385058"/>
                  <a:pt x="523220" y="385058"/>
                </a:cubicBezTo>
                <a:cubicBezTo>
                  <a:pt x="294731" y="385058"/>
                  <a:pt x="98688" y="246137"/>
                  <a:pt x="14947" y="48152"/>
                </a:cubicBezTo>
                <a:close/>
              </a:path>
            </a:pathLst>
          </a:custGeom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F93554-8402-4A20-9025-42001AF3FBC8}"/>
              </a:ext>
            </a:extLst>
          </p:cNvPr>
          <p:cNvSpPr/>
          <p:nvPr/>
        </p:nvSpPr>
        <p:spPr>
          <a:xfrm>
            <a:off x="3325050" y="506794"/>
            <a:ext cx="1039711" cy="1039711"/>
          </a:xfrm>
          <a:prstGeom prst="ellipse">
            <a:avLst/>
          </a:prstGeom>
          <a:solidFill>
            <a:srgbClr val="311F3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A353AA-32C4-5F27-F0CF-D1F118D471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478" b="97015" l="3150" r="96063">
                        <a14:foregroundMark x1="7551" y1="60978" x2="7874" y2="52239"/>
                        <a14:foregroundMark x1="7456" y1="63551" x2="7501" y2="62322"/>
                        <a14:foregroundMark x1="7087" y1="73507" x2="7348" y2="66459"/>
                        <a14:foregroundMark x1="6754" y1="65426" x2="4724" y2="57090"/>
                        <a14:foregroundMark x1="7087" y1="66791" x2="7029" y2="66552"/>
                        <a14:foregroundMark x1="6358" y1="57425" x2="6693" y2="55597"/>
                        <a14:foregroundMark x1="3543" y1="72761" x2="6180" y2="58390"/>
                        <a14:foregroundMark x1="22441" y1="89925" x2="51575" y2="89552"/>
                        <a14:foregroundMark x1="25197" y1="91045" x2="51575" y2="91045"/>
                        <a14:foregroundMark x1="36220" y1="97388" x2="44488" y2="96269"/>
                        <a14:foregroundMark x1="91339" y1="37313" x2="92913" y2="26493"/>
                        <a14:foregroundMark x1="69291" y1="7836" x2="77559" y2="4478"/>
                        <a14:foregroundMark x1="94882" y1="32463" x2="96063" y2="24254"/>
                        <a14:backgroundMark x1="10236" y1="63433" x2="10236" y2="61940"/>
                        <a14:backgroundMark x1="11024" y1="63433" x2="10236" y2="60448"/>
                        <a14:backgroundMark x1="26378" y1="61940" x2="27165" y2="60075"/>
                        <a14:backgroundMark x1="72441" y1="22388" x2="72441" y2="22388"/>
                        <a14:backgroundMark x1="88189" y1="17910" x2="87402" y2="17537"/>
                        <a14:backgroundMark x1="7874" y1="63433" x2="7874" y2="61940"/>
                        <a14:backgroundMark x1="8268" y1="63806" x2="8661" y2="60075"/>
                        <a14:backgroundMark x1="7874" y1="64179" x2="8661" y2="60075"/>
                        <a14:backgroundMark x1="7480" y1="64552" x2="8268" y2="600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2258" y="577781"/>
            <a:ext cx="779957" cy="8229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9D16B2-0BB9-15F2-BB46-EF877126A2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52790" y1="60526" x2="70815" y2="33835"/>
                        <a14:foregroundMark x1="67382" y1="67669" x2="81545" y2="383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97581" y="1138093"/>
            <a:ext cx="2628494" cy="3000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27187E-0641-75D8-3B3B-15093F995206}"/>
              </a:ext>
            </a:extLst>
          </p:cNvPr>
          <p:cNvSpPr txBox="1"/>
          <p:nvPr/>
        </p:nvSpPr>
        <p:spPr>
          <a:xfrm>
            <a:off x="2481194" y="643442"/>
            <a:ext cx="11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Pristina" panose="03060402040406080204" pitchFamily="66" charset="0"/>
                <a:cs typeface="Dreaming Outloud Pro" panose="03050502040302030504" pitchFamily="66" charset="0"/>
              </a:rPr>
              <a:t>Death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D6A96-84C9-61CC-39A1-55DA564CA751}"/>
              </a:ext>
            </a:extLst>
          </p:cNvPr>
          <p:cNvSpPr txBox="1"/>
          <p:nvPr/>
        </p:nvSpPr>
        <p:spPr>
          <a:xfrm>
            <a:off x="4373038" y="629157"/>
            <a:ext cx="11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85000"/>
                  </a:schemeClr>
                </a:solidFill>
                <a:latin typeface="Pristina" panose="03060402040406080204" pitchFamily="66" charset="0"/>
                <a:cs typeface="Dreaming Outloud Pro" panose="03050502040302030504" pitchFamily="66" charset="0"/>
              </a:rPr>
              <a:t>Beyond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C8710DD-39E4-7892-DCB1-C09392A1E8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0183" y="5115447"/>
            <a:ext cx="2018373" cy="957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9BE52E-194A-57C1-C432-6C980A04CA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140" b="95349" l="1905" r="94286">
                        <a14:foregroundMark x1="6349" y1="61628" x2="8889" y2="23837"/>
                        <a14:foregroundMark x1="4127" y1="45930" x2="6984" y2="20930"/>
                        <a14:foregroundMark x1="18095" y1="9302" x2="20635" y2="8140"/>
                        <a14:foregroundMark x1="89841" y1="45930" x2="90476" y2="77907"/>
                        <a14:foregroundMark x1="90476" y1="77907" x2="85079" y2="84884"/>
                        <a14:foregroundMark x1="75238" y1="95930" x2="75238" y2="95930"/>
                        <a14:foregroundMark x1="93968" y1="73837" x2="94603" y2="46512"/>
                        <a14:foregroundMark x1="1905" y1="39535" x2="2540" y2="308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47303" y="3972819"/>
            <a:ext cx="3286125" cy="13621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BAB03F-6FB2-7813-5E07-0DDDF4BEACB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24179" y="4523029"/>
            <a:ext cx="2346997" cy="3836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64DE920-63A0-19E7-CAA5-2B3FAC651281}"/>
              </a:ext>
            </a:extLst>
          </p:cNvPr>
          <p:cNvSpPr txBox="1"/>
          <p:nvPr/>
        </p:nvSpPr>
        <p:spPr>
          <a:xfrm>
            <a:off x="5879507" y="4409630"/>
            <a:ext cx="2563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Font: Bryndan Write (Canva)</a:t>
            </a:r>
          </a:p>
        </p:txBody>
      </p:sp>
    </p:spTree>
    <p:extLst>
      <p:ext uri="{BB962C8B-B14F-4D97-AF65-F5344CB8AC3E}">
        <p14:creationId xmlns:p14="http://schemas.microsoft.com/office/powerpoint/2010/main" val="1190191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442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Pristina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Fuentes Barron</dc:creator>
  <cp:lastModifiedBy>Pablo Fuentes Barron</cp:lastModifiedBy>
  <cp:revision>2</cp:revision>
  <dcterms:created xsi:type="dcterms:W3CDTF">2025-11-17T17:19:12Z</dcterms:created>
  <dcterms:modified xsi:type="dcterms:W3CDTF">2025-11-17T21:59:18Z</dcterms:modified>
</cp:coreProperties>
</file>